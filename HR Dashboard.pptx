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HR | Summary">
            <a:extLst>
              <a:ext uri="{FF2B5EF4-FFF2-40B4-BE49-F238E27FC236}">
                <a16:creationId xmlns:a16="http://schemas.microsoft.com/office/drawing/2014/main" id="{9AB1C312-D16C-4220-9F2B-D966E6D8D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1" y="0"/>
            <a:ext cx="12007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HR | Details">
            <a:extLst>
              <a:ext uri="{FF2B5EF4-FFF2-40B4-BE49-F238E27FC236}">
                <a16:creationId xmlns:a16="http://schemas.microsoft.com/office/drawing/2014/main" id="{C1012646-3FF3-4688-A9EA-298EC4B5D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89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Somade Temilade</cp:lastModifiedBy>
  <cp:revision>1</cp:revision>
  <dcterms:created xsi:type="dcterms:W3CDTF">2026-04-07T21:51:19Z</dcterms:created>
  <dcterms:modified xsi:type="dcterms:W3CDTF">2026-04-07T21:50:30Z</dcterms:modified>
</cp:coreProperties>
</file>