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ales Dashboard">
            <a:extLst>
              <a:ext uri="{FF2B5EF4-FFF2-40B4-BE49-F238E27FC236}">
                <a16:creationId xmlns:a16="http://schemas.microsoft.com/office/drawing/2014/main" id="{F393EA1A-D516-421B-812C-5D4780FDC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54" y="0"/>
            <a:ext cx="10291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Customer Dashboard">
            <a:extLst>
              <a:ext uri="{FF2B5EF4-FFF2-40B4-BE49-F238E27FC236}">
                <a16:creationId xmlns:a16="http://schemas.microsoft.com/office/drawing/2014/main" id="{849254F4-D7E6-4947-8F18-49DE14A9C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54" y="0"/>
            <a:ext cx="10291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Somade Temilade</cp:lastModifiedBy>
  <cp:revision>1</cp:revision>
  <dcterms:created xsi:type="dcterms:W3CDTF">2026-04-07T22:26:45Z</dcterms:created>
  <dcterms:modified xsi:type="dcterms:W3CDTF">2026-04-07T22:40:04Z</dcterms:modified>
</cp:coreProperties>
</file>